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9210"/>
            <a:ext cx="12188952" cy="6319580"/>
          </a:xfrm>
          <a:prstGeom prst="rect">
            <a:avLst/>
          </a:prstGeom>
          <a:solidFill>
            <a:srgbClr val="4A251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962593" y="607792"/>
            <a:ext cx="7203332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C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DOCUMENT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2962593" y="920980"/>
            <a:ext cx="7203332" cy="462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점심특강 사용자 화면설계서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55894" y="1586241"/>
            <a:ext cx="677164" cy="25394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962593" y="1814784"/>
            <a:ext cx="6576955" cy="45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E9C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테헤란로 직장인 점심 할인 쿠폰 플랫폼 — 사용자(USR) 파트 핵심 10화면. 모바일 앱(iOS/Android) 디바이스 프레임 와이어프레임.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962593" y="2576593"/>
            <a:ext cx="6263767" cy="1532084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99600" y="2813601"/>
            <a:ext cx="39788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199600" y="2944801"/>
            <a:ext cx="1856881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점심특강 (Lunch Special Lecture)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162192" y="2813601"/>
            <a:ext cx="896082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Type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162192" y="2944801"/>
            <a:ext cx="158668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(Wireframe)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199600" y="3211435"/>
            <a:ext cx="422146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199600" y="3342635"/>
            <a:ext cx="234838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v1.0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162192" y="3211435"/>
            <a:ext cx="266779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162192" y="3342635"/>
            <a:ext cx="724668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2026-06-19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199600" y="3609268"/>
            <a:ext cx="768548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Screens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3199600" y="3740469"/>
            <a:ext cx="803074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(User / P0)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6162192" y="3609268"/>
            <a:ext cx="47621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9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Platform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6162192" y="3740469"/>
            <a:ext cx="1334578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 App (402×874)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962593" y="4413401"/>
            <a:ext cx="7203332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C9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List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962593" y="4713892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81096" y="4781609"/>
            <a:ext cx="804139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119870" y="4713892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38373" y="4781609"/>
            <a:ext cx="84862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SCR-USR-008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962593" y="5031313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081096" y="5099029"/>
            <a:ext cx="846954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19870" y="5031313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38373" y="5099029"/>
            <a:ext cx="82687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962593" y="5348733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081096" y="5416450"/>
            <a:ext cx="850529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19870" y="5348733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38373" y="5416450"/>
            <a:ext cx="848932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SCR-USR-006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962593" y="5666154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081096" y="5733871"/>
            <a:ext cx="83813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SCR-USR-007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19870" y="5666154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38373" y="5733871"/>
            <a:ext cx="848932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SCR-USR-009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962593" y="5983575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081096" y="6051291"/>
            <a:ext cx="82687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19870" y="5983575"/>
            <a:ext cx="3106490" cy="266633"/>
          </a:xfrm>
          <a:prstGeom prst="rect">
            <a:avLst/>
          </a:prstGeom>
          <a:solidFill>
            <a:srgbClr val="5E332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238373" y="6051291"/>
            <a:ext cx="82779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874957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03051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59011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59011" y="833758"/>
            <a:ext cx="504811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02701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202701" y="844339"/>
            <a:ext cx="419561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/signup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872260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872260" y="844339"/>
            <a:ext cx="1658318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F-9001 소셜 OAuth + 본인 인증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4167" y="1477064"/>
            <a:ext cx="538425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점심특강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148813" y="2128834"/>
            <a:ext cx="2920270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환영합니다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48813" y="2416629"/>
            <a:ext cx="292027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3초 만에 시작하고 점심 할인 받기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48813" y="2822927"/>
            <a:ext cx="2640940" cy="406298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48813" y="2822927"/>
            <a:ext cx="3037081" cy="406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C1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카카오로 시작하기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48813" y="3330800"/>
            <a:ext cx="2640940" cy="406298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48813" y="3330800"/>
            <a:ext cx="3037081" cy="406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네이버로 시작하기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48813" y="3838673"/>
            <a:ext cx="2640940" cy="40629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48813" y="3838673"/>
            <a:ext cx="3037081" cy="4062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번호로 시작하기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148813" y="4752845"/>
            <a:ext cx="2640940" cy="541731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4245" y="4871349"/>
            <a:ext cx="169291" cy="169291"/>
          </a:xfrm>
          <a:prstGeom prst="rect">
            <a:avLst/>
          </a:prstGeom>
          <a:solidFill>
            <a:srgbClr val="FF5722"/>
          </a:solidFill>
          <a:ln w="7620">
            <a:solidFill>
              <a:srgbClr val="FF572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84245" y="4871349"/>
            <a:ext cx="194685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555111" y="4854419"/>
            <a:ext cx="2453027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이용약관 및 개인정보 처리방침 동의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3555111" y="5040640"/>
            <a:ext cx="245302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[선택] 마케팅 정보 수신 동의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48813" y="5463867"/>
            <a:ext cx="2640940" cy="3724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33458" y="5531583"/>
            <a:ext cx="2603696" cy="23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후 휴대폰 본인 인증 1회로 쿠폰 발급이 활성화됩니다.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803132" y="1130017"/>
            <a:ext cx="3385820" cy="2547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점심특강 브랜드. 가입 진입점.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959726" y="2048421"/>
            <a:ext cx="325025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44372" y="211613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284752" y="2048421"/>
            <a:ext cx="733043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69397" y="211613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로그인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017795" y="2048421"/>
            <a:ext cx="2031492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02440" y="211613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카카오/네이버 OAuth. 콜백 → 신규 사용자 생성 → JWT 발급.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959726" y="249704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44372" y="256475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284752" y="249704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69397" y="256475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가입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017795" y="249704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02440" y="256475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OAuth 실패 시 폴백. 휴대폰 직접 가입.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59726" y="2793302"/>
            <a:ext cx="325025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44372" y="286101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284752" y="2793302"/>
            <a:ext cx="733043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69397" y="286101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동의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017795" y="2793302"/>
            <a:ext cx="2031492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102440" y="286101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약관 미동의 시 가입 버튼 비활성. 마케팅은 선택.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59726" y="3241923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44372" y="330963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284752" y="3241923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369397" y="330963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배너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017795" y="3241923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02440" y="330963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후 본인 인증(SCR-USR-008) 유도.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928734" y="141781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928734" y="141781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131884" y="2839857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131884" y="2839857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131884" y="385560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3131884" y="385560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182671" y="478670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182671" y="478670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131884" y="5463867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131884" y="5463867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12188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45866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SCR-USR-008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96241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96241" y="833758"/>
            <a:ext cx="53948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인증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70087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270087" y="844339"/>
            <a:ext cx="653715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/auth/verify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143258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143258" y="844339"/>
            <a:ext cx="158957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F-0302 KISA 휴대폰 인증(1회)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238" y="1468599"/>
            <a:ext cx="203149" cy="203149"/>
          </a:xfrm>
          <a:prstGeom prst="rect">
            <a:avLst/>
          </a:prstGeom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7238" y="146859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335033" y="1485529"/>
            <a:ext cx="538425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인증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148813" y="2044189"/>
            <a:ext cx="3037081" cy="181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번호를 입력해주세요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3148813" y="2298125"/>
            <a:ext cx="3037081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도용 방지를 위해 최초 1회만 인증합니다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148813" y="2636707"/>
            <a:ext cx="48960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48813" y="2805998"/>
            <a:ext cx="1845272" cy="3555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50387" y="2805998"/>
            <a:ext cx="2020488" cy="35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010-1234-5678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61801" y="2805998"/>
            <a:ext cx="727951" cy="355511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61801" y="2805998"/>
            <a:ext cx="837144" cy="35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요청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148813" y="3313871"/>
            <a:ext cx="64785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인증번호 6자리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48813" y="3483162"/>
            <a:ext cx="2640940" cy="3555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50387" y="3483162"/>
            <a:ext cx="2935506" cy="35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 _ _ _ _ _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451170" y="3584737"/>
            <a:ext cx="467243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539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04:32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48813" y="3991035"/>
            <a:ext cx="2640940" cy="355511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33458" y="4058752"/>
            <a:ext cx="2603696" cy="220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인증번호가 오지 않으면 [인증 요청]을 다시 눌러주세요.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148813" y="6191818"/>
            <a:ext cx="2640940" cy="423227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48813" y="6191818"/>
            <a:ext cx="3037081" cy="423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03132" y="1130017"/>
            <a:ext cx="3385820" cy="2844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뒤로가기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단계(가입)로 복귀.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입력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키패드. 형식 자동 하이픈.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959726" y="2344680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44372" y="2412397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284752" y="2344680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69397" y="2412397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요청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017795" y="2344680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102440" y="2412397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KISA 인증 SMS 발송. 동일 번호 재인증 시 우회.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959726" y="279330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44372" y="286101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284752" y="279330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369397" y="286101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인증번호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017795" y="279330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102440" y="286101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6자리 입력. 자동 포커스 이동.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959726" y="3089561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44372" y="3157277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9284752" y="3089561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369397" y="3157277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0017795" y="3089561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102440" y="3157277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카운트다운. 만료 시 재요청 안내.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959726" y="3385820"/>
            <a:ext cx="325025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044372" y="3453536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284752" y="3385820"/>
            <a:ext cx="733043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369397" y="3453536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017795" y="3385820"/>
            <a:ext cx="2031492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02440" y="3453536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성공 → user.verified=true → 원래 흐름 복귀.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928734" y="141781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928734" y="141781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723219" y="277214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723219" y="277214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71249" y="277214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671249" y="277214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131884" y="3449304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3131884" y="3449304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671249" y="348316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671249" y="348316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3131884" y="637803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3131884" y="637803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10468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43889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SCR-USR-005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94522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94522" y="833758"/>
            <a:ext cx="118810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피드 (점심특선)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32384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32384" y="844339"/>
            <a:ext cx="214914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323989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323989" y="844339"/>
            <a:ext cx="118461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F-0201~205, F-0207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4167" y="1477064"/>
            <a:ext cx="538425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점심특강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31092" y="1468599"/>
            <a:ext cx="220078" cy="220078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1092" y="1468599"/>
            <a:ext cx="253090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83454" y="1434741"/>
            <a:ext cx="135433" cy="135433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83454" y="1434741"/>
            <a:ext cx="155748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518887" y="1468599"/>
            <a:ext cx="220078" cy="220078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8887" y="1468599"/>
            <a:ext cx="253090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064167" y="1841040"/>
            <a:ext cx="321229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테헤란로 · 점심특선 26곳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064167" y="2027260"/>
            <a:ext cx="541731" cy="237007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64167" y="2027260"/>
            <a:ext cx="622991" cy="237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거리순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73615" y="2027260"/>
            <a:ext cx="474015" cy="237007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73615" y="2027260"/>
            <a:ext cx="545117" cy="237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15346" y="2027260"/>
            <a:ext cx="609448" cy="237007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15346" y="2027260"/>
            <a:ext cx="700865" cy="237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1인좌석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64167" y="2382771"/>
            <a:ext cx="2810231" cy="1946847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4167" y="2382771"/>
            <a:ext cx="2810231" cy="1015746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9" name="Shape 27"/>
          <p:cNvSpPr/>
          <p:nvPr/>
        </p:nvSpPr>
        <p:spPr>
          <a:xfrm>
            <a:off x="5264950" y="2484345"/>
            <a:ext cx="372440" cy="1862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64950" y="2484345"/>
            <a:ext cx="428306" cy="186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-25%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65742" y="2484345"/>
            <a:ext cx="406298" cy="16929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165742" y="2484345"/>
            <a:ext cx="467243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영업중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3165742" y="3500091"/>
            <a:ext cx="2336216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3165742" y="3703241"/>
            <a:ext cx="2336216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제육볶음 쌈밥정식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3165742" y="3940248"/>
            <a:ext cx="1168108" cy="181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₩7,500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3944480" y="3974106"/>
            <a:ext cx="876081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₩10,000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43297" y="3957177"/>
            <a:ext cx="812597" cy="169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943297" y="3957177"/>
            <a:ext cx="934486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★4.8 · 0.1km · 15분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945663" y="6344180"/>
            <a:ext cx="2911805" cy="474015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48813" y="6428826"/>
            <a:ext cx="203149" cy="18622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01338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58260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22827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367708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32275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쿠폰함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977155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41723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58660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5117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803132" y="1130017"/>
            <a:ext cx="3385820" cy="3588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홈. 현재 위치 기반 점심특선 피드.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안읽음 배지. 탭 시 SCR-USR-010.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959726" y="2344680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044372" y="2412397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9284752" y="2344680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369397" y="2412397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정렬·필터 바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0017795" y="2344680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102440" y="2412397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거리순/할인율순 등 + 필터·1인좌석 토글. 클라 캐시 재정렬.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959726" y="279330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044372" y="286101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284752" y="279330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369397" y="286101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 배지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0017795" y="279330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102440" y="286101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(정상가−할인가)/정상가 자동 계산.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959726" y="3089561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044372" y="3157277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284752" y="3089561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369397" y="3157277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상태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017795" y="3089561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102440" y="3157277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영업중(녹색)/곧마감/휴무 3단계.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959726" y="3385820"/>
            <a:ext cx="325025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044372" y="3453536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9284752" y="3385820"/>
            <a:ext cx="733043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369397" y="3453536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특선 카드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0017795" y="3385820"/>
            <a:ext cx="2031492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102440" y="3453536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시 0.5초 내 SCR-USR-006. 무한 스크롤 20건/페이지.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959726" y="3834441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044372" y="390215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284752" y="3834441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369397" y="390215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017795" y="3834441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102440" y="390215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할인가 강조 + 정상가 취소선. 별점·거리·소요시간.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8959726" y="428306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9044372" y="435077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9284752" y="428306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369397" y="435077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네비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10017795" y="428306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102440" y="435077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홈/탐색/쿠폰함/알림/마이 5탭.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2928734" y="141781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2928734" y="141781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5417312" y="141781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5417312" y="141781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3131884" y="199340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131884" y="199340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603532" y="239970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5603532" y="239970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3131884" y="238277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3131884" y="238277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5417312" y="383867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5417312" y="383867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131884" y="387253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3131884" y="387253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3131884" y="653040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3131884" y="653040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894399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25409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78453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78453" y="833758"/>
            <a:ext cx="53948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지도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52298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252298" y="844339"/>
            <a:ext cx="28883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/map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808181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808181" y="844339"/>
            <a:ext cx="113297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F-0101, F-0103~107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74014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64167" y="1857969"/>
            <a:ext cx="2268499" cy="355511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65742" y="1857969"/>
            <a:ext cx="2507200" cy="35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매장·메뉴 검색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31092" y="1874898"/>
            <a:ext cx="507873" cy="355511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31092" y="1874898"/>
            <a:ext cx="584054" cy="355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15346" y="3906390"/>
            <a:ext cx="541731" cy="541731"/>
          </a:xfrm>
          <a:prstGeom prst="ellipse">
            <a:avLst/>
          </a:prstGeom>
          <a:solidFill>
            <a:srgbClr val="BBDEFB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8495" y="4109539"/>
            <a:ext cx="135433" cy="135433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9" name="Shape 17"/>
          <p:cNvSpPr/>
          <p:nvPr/>
        </p:nvSpPr>
        <p:spPr>
          <a:xfrm>
            <a:off x="3961409" y="3144580"/>
            <a:ext cx="253936" cy="253937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510" y="3483162"/>
            <a:ext cx="253936" cy="253936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21" name="Shape 19"/>
          <p:cNvSpPr/>
          <p:nvPr/>
        </p:nvSpPr>
        <p:spPr>
          <a:xfrm>
            <a:off x="3622827" y="4583554"/>
            <a:ext cx="220078" cy="22007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064167" y="2365842"/>
            <a:ext cx="507873" cy="253937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64167" y="2365842"/>
            <a:ext cx="584054" cy="25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39757" y="2365842"/>
            <a:ext cx="457086" cy="253937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9757" y="2365842"/>
            <a:ext cx="525649" cy="25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1km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64167" y="5480796"/>
            <a:ext cx="2810231" cy="71102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5742" y="5582371"/>
            <a:ext cx="507873" cy="507873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75189" y="5658552"/>
            <a:ext cx="1946846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3775189" y="5865933"/>
            <a:ext cx="1946846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₩7,500 · 0.1km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45663" y="6344180"/>
            <a:ext cx="2911805" cy="474015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4881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1338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758260" y="6428826"/>
            <a:ext cx="203149" cy="18622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622827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367708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32275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쿠폰함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77155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1723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58660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5117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803132" y="1130017"/>
            <a:ext cx="3385820" cy="2996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바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시 SCR-USR-004 검색.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 토글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지도↔리스트 전환. 캐시 활용, 재요청 없음.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59726" y="2344680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44372" y="2412397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284752" y="2344680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369397" y="2412397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017795" y="2344680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02440" y="2412397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핀 + 반경 원. 권한 거부 시 수동 검색 폴백.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959726" y="2793302"/>
            <a:ext cx="325025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044372" y="286101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84752" y="2793302"/>
            <a:ext cx="733043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69397" y="286101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핀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017795" y="2793302"/>
            <a:ext cx="2031492" cy="44862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102440" y="286101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점심특선 발행=오렌지, 일반=회색. 10개↑ 클러스터.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959726" y="3241923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044372" y="3309639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284752" y="3241923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369397" y="3309639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토글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0017795" y="3241923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102440" y="3309639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500m/1km/2km. 1초 내 갱신. 0건 시 확대 제안.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959726" y="3690544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044372" y="3758260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284752" y="3690544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369397" y="3758260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프리뷰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017795" y="3690544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102440" y="3758260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탭 시 하단 미리보기 → 탭 시 상세.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3131884" y="182411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3131884" y="182411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518887" y="182411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5518887" y="182411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469282" y="383867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469282" y="383867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995268" y="304300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3995268" y="304300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131884" y="2315054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131884" y="2315054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131884" y="5700874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3131884" y="5700874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13576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47463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97630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97630" y="833758"/>
            <a:ext cx="439942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184912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184912" y="844339"/>
            <a:ext cx="636299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/search?q=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042940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042940" y="844339"/>
            <a:ext cx="1410171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F-0108 한글 자모 분리 검색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238" y="1468599"/>
            <a:ext cx="203149" cy="203149"/>
          </a:xfrm>
          <a:prstGeom prst="rect">
            <a:avLst/>
          </a:prstGeom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7238" y="146859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51962" y="1434741"/>
            <a:ext cx="2099208" cy="27086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3536" y="1434741"/>
            <a:ext cx="2312515" cy="27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485028" y="1485529"/>
            <a:ext cx="201909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148813" y="1959543"/>
            <a:ext cx="194684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64167" y="2128834"/>
            <a:ext cx="2810231" cy="101574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65742" y="2230409"/>
            <a:ext cx="292027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김밥나라 강남점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3165742" y="2568991"/>
            <a:ext cx="292027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김밥천국 역삼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165742" y="2907573"/>
            <a:ext cx="2920270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김치찌개 명가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64167" y="3296942"/>
            <a:ext cx="2810231" cy="45708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48813" y="3364659"/>
            <a:ext cx="2781451" cy="321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초성 검색 지원 — "ㄱㅂ" 입력 시 "김밥" 매칭. 300ms 디바운스.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148813" y="3906390"/>
            <a:ext cx="194684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64167" y="4075681"/>
            <a:ext cx="2810231" cy="6094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5742" y="4160326"/>
            <a:ext cx="440157" cy="440157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07473" y="4177255"/>
            <a:ext cx="1946846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김밥나라 강남점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3707473" y="4380405"/>
            <a:ext cx="1946846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₩6,000 · 분식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803132" y="1130017"/>
            <a:ext cx="3385820" cy="22515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959726" y="1752162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44372" y="181987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284752" y="1752162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69397" y="181987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입력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017795" y="1752162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02440" y="181987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1자 이상부터 동작. 300ms 디바운스 → API 1회.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959726" y="2200783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44372" y="226849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284752" y="2200783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69397" y="226849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0017795" y="2200783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02440" y="226849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매장명 부분 일치. 탭 시 결과 이동.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959726" y="2497042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44372" y="2564759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284752" y="2497042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69397" y="2564759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초성 검색 안내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017795" y="2497042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102440" y="2564759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자모 분리 매칭 지원. 0건 시 안내.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959726" y="2945663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044372" y="3013380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9284752" y="2945663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369397" y="3013380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카드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0017795" y="2945663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102440" y="3013380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시 SCR-USR-006 상세.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131884" y="140088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131884" y="140088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131884" y="217962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131884" y="217962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131884" y="324615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131884" y="324615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131884" y="409261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131884" y="409261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12055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45714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SCR-USR-006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96109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96109" y="833758"/>
            <a:ext cx="79181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점심특선 상세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489371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489371" y="844339"/>
            <a:ext cx="614854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/special/:id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328750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328750" y="844339"/>
            <a:ext cx="1385911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F-0206, F-0301, F-0503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1692910"/>
          </a:xfrm>
          <a:prstGeom prst="rect">
            <a:avLst/>
          </a:prstGeom>
          <a:solidFill>
            <a:srgbClr val="FFE0B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238" y="1468599"/>
            <a:ext cx="203149" cy="20314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7238" y="146859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31092" y="1468599"/>
            <a:ext cx="220078" cy="22007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31092" y="1468599"/>
            <a:ext cx="253090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♡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18887" y="1468599"/>
            <a:ext cx="220078" cy="22007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8887" y="1468599"/>
            <a:ext cx="253090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64167" y="2805998"/>
            <a:ext cx="372440" cy="1862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64167" y="2805998"/>
            <a:ext cx="428306" cy="1862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-25%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3081096" y="3161509"/>
            <a:ext cx="2725585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제육볶음 쌈밥정식</a:t>
            </a:r>
            <a:endParaRPr lang="en-US" sz="1333" dirty="0"/>
          </a:p>
        </p:txBody>
      </p:sp>
      <p:sp>
        <p:nvSpPr>
          <p:cNvPr id="22" name="Text 20"/>
          <p:cNvSpPr txBox="1"/>
          <p:nvPr/>
        </p:nvSpPr>
        <p:spPr>
          <a:xfrm>
            <a:off x="3081096" y="3415446"/>
            <a:ext cx="1946846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 · 한식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24794" y="3415446"/>
            <a:ext cx="406298" cy="16929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4794" y="3415446"/>
            <a:ext cx="467243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영업중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081096" y="3703241"/>
            <a:ext cx="1362793" cy="241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₩7,500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15346" y="3770957"/>
            <a:ext cx="973423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₩10,000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81096" y="4041823"/>
            <a:ext cx="2640940" cy="33858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65742" y="4109539"/>
            <a:ext cx="2603696" cy="20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12장 · 마감까지 28:14 남음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3081096" y="4498908"/>
            <a:ext cx="1946846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위치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081096" y="4668199"/>
            <a:ext cx="2640940" cy="812597"/>
          </a:xfrm>
          <a:prstGeom prst="rect">
            <a:avLst/>
          </a:prstGeom>
          <a:solidFill>
            <a:srgbClr val="E8EDF2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5346" y="4989852"/>
            <a:ext cx="203149" cy="203149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32" name="Shape 30"/>
          <p:cNvSpPr/>
          <p:nvPr/>
        </p:nvSpPr>
        <p:spPr>
          <a:xfrm>
            <a:off x="3081096" y="6208747"/>
            <a:ext cx="2640940" cy="440157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081096" y="6208747"/>
            <a:ext cx="3037081" cy="4401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받기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803132" y="1130017"/>
            <a:ext cx="3385820" cy="2547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사진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4:3 고정. 누락 시 카테고리 기본 이미지.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할인가 강조 + 정상가 취소선 + 할인율.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959726" y="2344680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44372" y="2412397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284752" y="2344680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369397" y="2412397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카운터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017795" y="2344680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102440" y="2412397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 수량·마감 시간 실시간 카운트다운. 매진 시 CTA 비활성.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959726" y="279330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044372" y="286101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284752" y="279330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69397" y="286101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 지도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0017795" y="279330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02440" y="286101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위치 임베드. 길찾기 연동.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959726" y="3089561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044372" y="3157277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284752" y="3089561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369397" y="3157277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받기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017795" y="3089561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102440" y="3157277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미인증 → SCR-USR-008 / 인증 → 발급(201) → SCR-USR-007.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3131884" y="197647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131884" y="197647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31884" y="365245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131884" y="365245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131884" y="399103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131884" y="399103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417312" y="485441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5417312" y="485441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131884" y="637803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131884" y="637803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03260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35600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SCR-USR-007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87314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87314" y="833758"/>
            <a:ext cx="53948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쿠폰함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61159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261159" y="844339"/>
            <a:ext cx="529299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/coupons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026143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026143" y="844339"/>
            <a:ext cx="90193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F-0307, F-0309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4167" y="1485529"/>
            <a:ext cx="538425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쿠폰함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064167" y="1841040"/>
            <a:ext cx="1070766" cy="287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가능 2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029126" y="1841040"/>
            <a:ext cx="973423" cy="287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완료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909439" y="1841040"/>
            <a:ext cx="876081" cy="287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64167" y="2247338"/>
            <a:ext cx="2810231" cy="11003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9517" y="2348913"/>
            <a:ext cx="507873" cy="169291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9517" y="2348913"/>
            <a:ext cx="584054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D-2 임박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65742" y="2348913"/>
            <a:ext cx="1946847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3165742" y="2552062"/>
            <a:ext cx="2141531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제육볶음 쌈밥정식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165742" y="2772140"/>
            <a:ext cx="1557477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25% 할인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165742" y="3110722"/>
            <a:ext cx="175216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2026-06-26 14:00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77155" y="3059935"/>
            <a:ext cx="795668" cy="220078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77155" y="3059935"/>
            <a:ext cx="915018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보기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64167" y="3466233"/>
            <a:ext cx="2810231" cy="101574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65742" y="3567808"/>
            <a:ext cx="1946847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샐러디 역삼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165742" y="3770957"/>
            <a:ext cx="2141531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닭가슴살 샐러드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3165742" y="3991035"/>
            <a:ext cx="1557477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 할인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45663" y="6344180"/>
            <a:ext cx="2911805" cy="474015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4881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1338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758260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22827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367708" y="6428826"/>
            <a:ext cx="203149" cy="18622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232275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쿠폰함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77155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1723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58660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5117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803132" y="1130017"/>
            <a:ext cx="3385820" cy="224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가능/사용 완료/만료. 기본 사용 가능.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카드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임박순 정렬. 매장·메뉴·할인.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59726" y="2344680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44372" y="2412397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284752" y="2344680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369397" y="2412397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임박 배지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017795" y="2344680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102440" y="2412397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D-2 이내 강조.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959726" y="2640940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044372" y="2708656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284752" y="2640940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69397" y="2708656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보기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017795" y="2640940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102440" y="2708656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시 SCR-USR-009 QR 제시.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959726" y="2937199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044372" y="3004915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284752" y="2937199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369397" y="3004915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네비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0017795" y="2937199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102440" y="3004915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쿠폰함 탭 활성.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131884" y="180718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131884" y="180718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131884" y="219655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3131884" y="219655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417312" y="2264267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417312" y="2264267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417312" y="299221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5417312" y="299221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131884" y="653040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3131884" y="653040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912055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45714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SCR-USR-009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96109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96109" y="833758"/>
            <a:ext cx="774024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QR 제시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473897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473897" y="844339"/>
            <a:ext cx="865814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/coupons/:id/qr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31503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531503" y="844339"/>
            <a:ext cx="1760071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F-0303, F-0306 JWT 60초 토큰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238" y="1468599"/>
            <a:ext cx="203149" cy="203149"/>
          </a:xfrm>
          <a:prstGeom prst="rect">
            <a:avLst/>
          </a:prstGeom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7238" y="146859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335033" y="1485529"/>
            <a:ext cx="538425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사용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148813" y="1976472"/>
            <a:ext cx="2881333" cy="165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3148813" y="2196551"/>
            <a:ext cx="288133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제육볶음 쌈밥정식 · 25% 할인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39757" y="2535133"/>
            <a:ext cx="1523619" cy="1523619"/>
          </a:xfrm>
          <a:prstGeom prst="rect">
            <a:avLst/>
          </a:prstGeom>
          <a:solidFill>
            <a:srgbClr val="FFFFFF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5189" y="2670566"/>
            <a:ext cx="338582" cy="3385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89361" y="2670566"/>
            <a:ext cx="338582" cy="3385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775189" y="3584737"/>
            <a:ext cx="338582" cy="3385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283062" y="3059935"/>
            <a:ext cx="237007" cy="237007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638573" y="3398517"/>
            <a:ext cx="169291" cy="169291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83062" y="3584737"/>
            <a:ext cx="135433" cy="13543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148813" y="4228043"/>
            <a:ext cx="2881333" cy="220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00:54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148813" y="4481979"/>
            <a:ext cx="2881333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1분마다 자동 갱신됩니다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48813" y="4752845"/>
            <a:ext cx="2505507" cy="3724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33458" y="4820561"/>
            <a:ext cx="2461491" cy="237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직원에게 화면을 제시하세요. 100m 이내에서만 사용 가능합니다.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148813" y="5226860"/>
            <a:ext cx="2505507" cy="33858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33458" y="5294576"/>
            <a:ext cx="2461491" cy="20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밝기가 자동으로 최대로 조정됩니다.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03132" y="1130017"/>
            <a:ext cx="3385820" cy="23954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959726" y="1752162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44372" y="181987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284752" y="1752162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69397" y="181987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코드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017795" y="1752162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102440" y="181987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JWT(HS256) 1회용 토큰. 사장님 스캔 → 사용 처리.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959726" y="2200783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44372" y="226849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284752" y="2200783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69397" y="226849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카운트다운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017795" y="2200783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02440" y="226849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60초 만료. 만료 시 자동 재발급.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959726" y="249704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44372" y="256475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284752" y="249704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69397" y="256475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갱신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017795" y="249704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102440" y="256475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액션 불필요. 위변조 방어.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959726" y="279330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44372" y="286101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284752" y="279330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369397" y="286101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안내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017795" y="279330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102440" y="286101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100m 이내 검증(PostGIS). 초과 시 차단.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959726" y="3089561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44372" y="3157277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9284752" y="3089561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369397" y="3157277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안내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0017795" y="3089561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102440" y="3157277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성공률 위해 밝기 자동 최대.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131884" y="248434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131884" y="248434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417312" y="4143397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417312" y="4143397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417312" y="436347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417312" y="436347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131884" y="4718987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131884" y="4718987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131884" y="517607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131884" y="517607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894399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25409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78453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78453" y="833758"/>
            <a:ext cx="53948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센터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52298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252298" y="844339"/>
            <a:ext cx="73554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/notifications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196624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196624" y="844339"/>
            <a:ext cx="923383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F-0308, F-9006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4167" y="1485529"/>
            <a:ext cx="252406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363681" y="1493993"/>
            <a:ext cx="431576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읽음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64167" y="1874898"/>
            <a:ext cx="2810231" cy="609448"/>
          </a:xfrm>
          <a:prstGeom prst="rect">
            <a:avLst/>
          </a:prstGeom>
          <a:solidFill>
            <a:srgbClr val="FFF7F3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8813" y="1959543"/>
            <a:ext cx="84646" cy="84646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01175" y="1959543"/>
            <a:ext cx="2725585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쿠폰이 사용되었습니다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301175" y="2145763"/>
            <a:ext cx="2725585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진고개 한식당 · 7,500원 할인 적용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3301175" y="2315054"/>
            <a:ext cx="1946846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방금 전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064167" y="2585920"/>
            <a:ext cx="2810231" cy="609448"/>
          </a:xfrm>
          <a:prstGeom prst="rect">
            <a:avLst/>
          </a:prstGeom>
          <a:solidFill>
            <a:srgbClr val="FFF7F3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48813" y="2670566"/>
            <a:ext cx="84646" cy="84646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01175" y="2670566"/>
            <a:ext cx="2725585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만료 1시간 전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3301175" y="2856786"/>
            <a:ext cx="2725585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샐러디 역삼 쿠폰이 곧 만료됩니다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3301175" y="3026077"/>
            <a:ext cx="1946846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전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064167" y="3296942"/>
            <a:ext cx="2810231" cy="6094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01175" y="3381588"/>
            <a:ext cx="2725585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점심특선이 등록되었어요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3301175" y="3567808"/>
            <a:ext cx="2725585" cy="122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테헤란로 주변 3곳 신규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301175" y="3737099"/>
            <a:ext cx="1946846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945663" y="6344180"/>
            <a:ext cx="2911805" cy="474015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4881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338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758260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22827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367708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32275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쿠폰함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977155" y="6428826"/>
            <a:ext cx="203149" cy="18622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41723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7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86603" y="6428826"/>
            <a:ext cx="203149" cy="18622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51170" y="6670065"/>
            <a:ext cx="5451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803132" y="1130017"/>
            <a:ext cx="3385820" cy="22431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959726" y="175216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44372" y="181987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284752" y="175216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369397" y="181987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읽음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017795" y="175216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102440" y="181987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읽음 처리. 30일 후 자동 정리.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959726" y="2048421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44372" y="211613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284752" y="2048421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369397" y="211613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안읽음 표시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017795" y="2048421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102440" y="211613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 점 + 강조 배경. 탭 시 읽음(옵티미스틱).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959726" y="2344680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044372" y="2412397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284752" y="2344680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369397" y="2412397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알림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0017795" y="2344680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02440" y="2412397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1시간 전 푸시(FCM) + 인앱.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959726" y="2640940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044372" y="2708656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284752" y="2640940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369397" y="2708656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알림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017795" y="2640940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102440" y="2708656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특선·공지 통합.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959726" y="2937199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044372" y="3004915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284752" y="2937199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369397" y="3004915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네비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17795" y="2937199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102440" y="3004915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탭 활성.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417312" y="141781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5417312" y="141781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030309" y="185796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030309" y="185796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131884" y="256899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3131884" y="256899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3131884" y="328001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3131884" y="328001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131884" y="653040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131884" y="653040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07873"/>
            <a:ext cx="11782654" cy="62214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723719"/>
            <a:ext cx="894134" cy="190452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749113"/>
            <a:ext cx="825105" cy="139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478188" y="694093"/>
            <a:ext cx="439942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478188" y="833758"/>
            <a:ext cx="1101717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(큰 글씨·알림)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40927" y="704674"/>
            <a:ext cx="214914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740927" y="844339"/>
            <a:ext cx="49507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/settings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476153" y="704674"/>
            <a:ext cx="194837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476153" y="844339"/>
            <a:ext cx="88885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F-9007, F-7003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877947" y="1299308"/>
            <a:ext cx="3047238" cy="5558692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5663" y="1367025"/>
            <a:ext cx="2911805" cy="406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238" y="1468599"/>
            <a:ext cx="203149" cy="203149"/>
          </a:xfrm>
          <a:prstGeom prst="rect">
            <a:avLst/>
          </a:prstGeom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7238" y="146859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335033" y="1485529"/>
            <a:ext cx="252406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148813" y="1908756"/>
            <a:ext cx="185103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064167" y="2078047"/>
            <a:ext cx="2810231" cy="880313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5742" y="2196551"/>
            <a:ext cx="1946847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 모드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65742" y="2416629"/>
            <a:ext cx="677164" cy="253937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65742" y="2416629"/>
            <a:ext cx="778739" cy="25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1.0x 기본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910622" y="2416629"/>
            <a:ext cx="677164" cy="253937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10622" y="2416629"/>
            <a:ext cx="778739" cy="25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55503" y="2416629"/>
            <a:ext cx="677164" cy="253937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55503" y="2416629"/>
            <a:ext cx="778739" cy="253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1.5x 크게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3165742" y="2856786"/>
            <a:ext cx="194684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34241" y="2822927"/>
            <a:ext cx="338582" cy="1862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5451170" y="2839857"/>
            <a:ext cx="152362" cy="1523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48813" y="3093793"/>
            <a:ext cx="185103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064167" y="3263084"/>
            <a:ext cx="2810231" cy="880313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65742" y="3381588"/>
            <a:ext cx="194684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기반 점심특선 알림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34241" y="3347730"/>
            <a:ext cx="338582" cy="1862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0461" y="3364659"/>
            <a:ext cx="152362" cy="1523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165742" y="3787886"/>
            <a:ext cx="194684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만료 임박 알림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434241" y="3754028"/>
            <a:ext cx="338582" cy="1862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5" name="Shape 33"/>
          <p:cNvSpPr/>
          <p:nvPr/>
        </p:nvSpPr>
        <p:spPr>
          <a:xfrm>
            <a:off x="5620461" y="3770957"/>
            <a:ext cx="152362" cy="1523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148813" y="4278830"/>
            <a:ext cx="185103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064167" y="4448121"/>
            <a:ext cx="2810231" cy="812597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65742" y="4566625"/>
            <a:ext cx="2336216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인증 완료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977155" y="4566625"/>
            <a:ext cx="406298" cy="16929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977155" y="4566625"/>
            <a:ext cx="467243" cy="169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인증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3165742" y="4905207"/>
            <a:ext cx="194684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3165742" y="5142214"/>
            <a:ext cx="1946847" cy="131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E539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803132" y="1130017"/>
            <a:ext cx="3385820" cy="2099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955494" y="1265450"/>
            <a:ext cx="3096298" cy="14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959726" y="1498225"/>
            <a:ext cx="325025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44372" y="1565942"/>
            <a:ext cx="204488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284752" y="1498225"/>
            <a:ext cx="73304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69397" y="1565942"/>
            <a:ext cx="56375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017795" y="1498225"/>
            <a:ext cx="20314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02440" y="1565942"/>
            <a:ext cx="186220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959726" y="1752162"/>
            <a:ext cx="325025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44372" y="1819878"/>
            <a:ext cx="204488" cy="313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284752" y="1752162"/>
            <a:ext cx="733043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69397" y="1819878"/>
            <a:ext cx="563752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 모드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017795" y="1752162"/>
            <a:ext cx="2031492" cy="44862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102440" y="1819878"/>
            <a:ext cx="1862201" cy="31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1.0/1.25/1.5x. CSS 변수+LocalStorage 영속. 레이아웃 유지.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959726" y="2200783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44372" y="226849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284752" y="2200783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369397" y="226849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 모드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017795" y="2200783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102440" y="226849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즉시 반영. 프로필 저장.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959726" y="2497042"/>
            <a:ext cx="325025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44372" y="2564759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9284752" y="2497042"/>
            <a:ext cx="733043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369397" y="2564759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설정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0017795" y="2497042"/>
            <a:ext cx="2031492" cy="29625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102440" y="2564759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위치·만료 알림 옵트인. 푸시/인앱 분기.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959726" y="2793302"/>
            <a:ext cx="325025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044372" y="2861018"/>
            <a:ext cx="204488" cy="1608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284752" y="2793302"/>
            <a:ext cx="733043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369397" y="2861018"/>
            <a:ext cx="563752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10017795" y="2793302"/>
            <a:ext cx="2031492" cy="29625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02440" y="2861018"/>
            <a:ext cx="1862201" cy="16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SCR-USR-013. 30일 유예 후 개인정보 파기.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131884" y="234891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131884" y="234891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417312" y="2738282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417312" y="2738282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417312" y="328001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417312" y="328001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131884" y="507449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3131884" y="507449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7947" y="0"/>
            <a:ext cx="3047238" cy="27911"/>
          </a:xfrm>
          <a:prstGeom prst="rect">
            <a:avLst/>
          </a:prstGeom>
          <a:solidFill>
            <a:srgbClr val="F1F5F9"/>
          </a:solidFill>
          <a:ln w="6096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2026-06-18T17:31:52Z</dcterms:created>
  <dcterms:modified xsi:type="dcterms:W3CDTF">2026-06-18T17:31:52Z</dcterms:modified>
</cp:coreProperties>
</file>